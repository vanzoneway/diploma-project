
<file path=[Content_Types].xml><?xml version="1.0" encoding="utf-8"?>
<Types xmlns="http://schemas.openxmlformats.org/package/2006/content-types">
  <Default Extension="jfif" ContentType="image/jpeg"/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9" r:id="rId2"/>
    <p:sldId id="258" r:id="rId3"/>
    <p:sldId id="278" r:id="rId4"/>
    <p:sldId id="268" r:id="rId5"/>
    <p:sldId id="286" r:id="rId6"/>
    <p:sldId id="282" r:id="rId7"/>
    <p:sldId id="267" r:id="rId8"/>
  </p:sldIdLst>
  <p:sldSz cx="18288000" cy="10287000"/>
  <p:notesSz cx="6858000" cy="9144000"/>
  <p:embeddedFontLst>
    <p:embeddedFont>
      <p:font typeface="Open Sans" panose="020B0604020202020204" charset="0"/>
      <p:regular r:id="rId9"/>
      <p:bold r:id="rId10"/>
      <p:italic r:id="rId11"/>
      <p:boldItalic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League Spartan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лексей Климович" initials="АК" lastIdx="4" clrIdx="0">
    <p:extLst>
      <p:ext uri="{19B8F6BF-5375-455C-9EA6-DF929625EA0E}">
        <p15:presenceInfo xmlns:p15="http://schemas.microsoft.com/office/powerpoint/2012/main" userId="559831df4824d2b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451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fif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3951599"/>
            <a:ext cx="1828800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4000" spc="300" dirty="0" smtClean="0">
                <a:solidFill>
                  <a:srgbClr val="000000"/>
                </a:solidFill>
                <a:latin typeface="Arial" panose="020B0604020202020204" pitchFamily="34" charset="0"/>
                <a:ea typeface="League Spartan"/>
                <a:cs typeface="Arial" panose="020B0604020202020204" pitchFamily="34" charset="0"/>
                <a:sym typeface="League Spartan"/>
              </a:rPr>
              <a:t>ИНФРАСТРУКТУРА МИКРОСЕРВИСНОГО ПРИЛОЖЕНИЯ</a:t>
            </a:r>
            <a:r>
              <a:rPr lang="ru-RU" sz="4000" spc="300" dirty="0">
                <a:solidFill>
                  <a:srgbClr val="000000"/>
                </a:solidFill>
                <a:latin typeface="Arial" panose="020B0604020202020204" pitchFamily="34" charset="0"/>
                <a:ea typeface="League Spartan"/>
                <a:cs typeface="Arial" panose="020B0604020202020204" pitchFamily="34" charset="0"/>
                <a:sym typeface="League Spartan"/>
              </a:rPr>
              <a:t/>
            </a:r>
            <a:br>
              <a:rPr lang="ru-RU" sz="4000" spc="300" dirty="0">
                <a:solidFill>
                  <a:srgbClr val="000000"/>
                </a:solidFill>
                <a:latin typeface="Arial" panose="020B0604020202020204" pitchFamily="34" charset="0"/>
                <a:ea typeface="League Spartan"/>
                <a:cs typeface="Arial" panose="020B0604020202020204" pitchFamily="34" charset="0"/>
                <a:sym typeface="League Spartan"/>
              </a:rPr>
            </a:br>
            <a:r>
              <a:rPr lang="ru-RU" sz="4000" spc="300" dirty="0" smtClean="0">
                <a:solidFill>
                  <a:srgbClr val="000000"/>
                </a:solidFill>
                <a:latin typeface="Arial" panose="020B0604020202020204" pitchFamily="34" charset="0"/>
                <a:ea typeface="League Spartan"/>
                <a:cs typeface="Arial" panose="020B0604020202020204" pitchFamily="34" charset="0"/>
                <a:sym typeface="League Spartan"/>
              </a:rPr>
              <a:t>ДЛЯ АГРЕГАТОРА ТАКСИ</a:t>
            </a:r>
            <a:endParaRPr lang="en-US" sz="4000" spc="300" dirty="0">
              <a:solidFill>
                <a:srgbClr val="000000"/>
              </a:solidFill>
              <a:latin typeface="Arial" panose="020B0604020202020204" pitchFamily="34" charset="0"/>
              <a:ea typeface="League Spartan"/>
              <a:cs typeface="Arial" panose="020B0604020202020204" pitchFamily="34" charset="0"/>
              <a:sym typeface="League Spartan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07923" y="7070956"/>
            <a:ext cx="3964144" cy="1500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90"/>
              </a:lnSpc>
            </a:pPr>
            <a:r>
              <a:rPr lang="en-US" sz="2000" spc="225" dirty="0" err="1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Выполнил</a:t>
            </a:r>
            <a:r>
              <a:rPr lang="en-US" sz="2000" spc="225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:</a:t>
            </a:r>
          </a:p>
          <a:p>
            <a:pPr algn="l">
              <a:lnSpc>
                <a:spcPts val="3890"/>
              </a:lnSpc>
            </a:pPr>
            <a:r>
              <a:rPr lang="en-US" sz="2000" spc="225" dirty="0" err="1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студент</a:t>
            </a:r>
            <a:r>
              <a:rPr lang="en-US" sz="2000" spc="225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 </a:t>
            </a:r>
            <a:r>
              <a:rPr lang="en-US" sz="2000" spc="225" dirty="0" err="1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гр</a:t>
            </a:r>
            <a:r>
              <a:rPr lang="en-US" sz="2000" spc="225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. 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2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5050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2</a:t>
            </a:r>
            <a:endParaRPr lang="en-US" sz="2000" spc="225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  <a:p>
            <a:pPr algn="l">
              <a:lnSpc>
                <a:spcPts val="3890"/>
              </a:lnSpc>
              <a:spcBef>
                <a:spcPct val="0"/>
              </a:spcBef>
            </a:pP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Зинович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 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.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В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.</a:t>
            </a:r>
            <a:endParaRPr lang="en-US" sz="2000" spc="225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439400" y="7070956"/>
            <a:ext cx="6334666" cy="1500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3890"/>
              </a:lnSpc>
            </a:pPr>
            <a:r>
              <a:rPr lang="en-US" sz="2000" spc="225" dirty="0" err="1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Руководитель</a:t>
            </a:r>
            <a:r>
              <a:rPr lang="en-US" sz="2000" spc="225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:</a:t>
            </a:r>
          </a:p>
          <a:p>
            <a:pPr algn="r">
              <a:lnSpc>
                <a:spcPts val="3890"/>
              </a:lnSpc>
              <a:spcBef>
                <a:spcPct val="0"/>
              </a:spcBef>
            </a:pPr>
            <a:r>
              <a:rPr lang="ru-RU" sz="2000" spc="225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м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агистр технических наук кафедры </a:t>
            </a:r>
            <a:r>
              <a:rPr lang="ru-RU" sz="2000" spc="225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ЭВМ</a:t>
            </a:r>
          </a:p>
          <a:p>
            <a:pPr algn="r">
              <a:lnSpc>
                <a:spcPts val="3890"/>
              </a:lnSpc>
              <a:spcBef>
                <a:spcPct val="0"/>
              </a:spcBef>
            </a:pP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Скиба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 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.</a:t>
            </a:r>
            <a:r>
              <a:rPr lang="ru-RU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Г</a:t>
            </a:r>
            <a:r>
              <a:rPr lang="en-US" sz="2000" spc="225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.</a:t>
            </a:r>
            <a:endParaRPr lang="en-US" sz="2000" spc="225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916DA339-7FD6-436E-9168-C71E2CB14464}"/>
              </a:ext>
            </a:extLst>
          </p:cNvPr>
          <p:cNvSpPr txBox="1"/>
          <p:nvPr/>
        </p:nvSpPr>
        <p:spPr>
          <a:xfrm>
            <a:off x="0" y="1270048"/>
            <a:ext cx="18288000" cy="933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890"/>
              </a:lnSpc>
            </a:pPr>
            <a:r>
              <a:rPr lang="ru-RU" sz="2000" spc="600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БЕЛОРУССКИЙ ГОСУДАРСТВЕННЫЙ УНИВЕРСИТЕТ</a:t>
            </a:r>
          </a:p>
          <a:p>
            <a:pPr algn="ctr">
              <a:lnSpc>
                <a:spcPts val="3890"/>
              </a:lnSpc>
            </a:pPr>
            <a:r>
              <a:rPr lang="ru-RU" sz="2000" spc="600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ИНФОРМАТИКИ И РАДИОЭЛЕКТРОНИКИ</a:t>
            </a:r>
            <a:endParaRPr lang="en-US" sz="2000" spc="600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801818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2438400" y="980132"/>
            <a:ext cx="784860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27"/>
              </a:lnSpc>
              <a:spcBef>
                <a:spcPct val="0"/>
              </a:spcBef>
            </a:pPr>
            <a:r>
              <a:rPr lang="ru-RU" sz="2000" spc="674" dirty="0" smtClean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ИНФРАСТРУКТУРА МИКРОСЕРВИСНОГО ПРИЛОЖЕНИЯ ДЛЯ АГРЕГАТОРА ТАКСИ</a:t>
            </a:r>
            <a:endParaRPr lang="en-US" sz="2000" spc="674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85FACB-5C0B-43B8-9B4B-8A47EDACE6D1}"/>
              </a:ext>
            </a:extLst>
          </p:cNvPr>
          <p:cNvSpPr txBox="1"/>
          <p:nvPr/>
        </p:nvSpPr>
        <p:spPr>
          <a:xfrm>
            <a:off x="2285593" y="2895104"/>
            <a:ext cx="42605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ЦЕЛЬ </a:t>
            </a:r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И ЗАДАЧИ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A2F2B6-2CE2-4397-9DEF-6BF5E03A1B2D}"/>
              </a:ext>
            </a:extLst>
          </p:cNvPr>
          <p:cNvSpPr txBox="1"/>
          <p:nvPr/>
        </p:nvSpPr>
        <p:spPr>
          <a:xfrm>
            <a:off x="3426337" y="4108596"/>
            <a:ext cx="11051663" cy="1420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Разработка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 развертывание инфраструктуры для микросервисного приложения агрегатора такси с базовой бизнес-логикой, обеспечивающей масштабируемость, отказоустойчивость и эффективное взаимодействие микросервисов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3EB6E-A4D5-49E9-A207-22A181AB6046}"/>
              </a:ext>
            </a:extLst>
          </p:cNvPr>
          <p:cNvSpPr txBox="1"/>
          <p:nvPr/>
        </p:nvSpPr>
        <p:spPr>
          <a:xfrm>
            <a:off x="2438400" y="6113429"/>
            <a:ext cx="1025472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анализ современных практик и паттернов построения микросервисных систем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проектирование и настройка центральных инфраструктурных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компонентов;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организация системы единой авторизации и аутентификации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выбор и настройка хранилищ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данных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асинхронного взаимодействия между микросервисами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построение полноценной системы логирования и трассировки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и настройка базовых 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микросервисов</a:t>
            </a:r>
            <a:r>
              <a:rPr lang="en-US" sz="2000" dirty="0" smtClean="0"/>
              <a:t>.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22194B-942D-412B-821A-11996E7C241F}"/>
              </a:ext>
            </a:extLst>
          </p:cNvPr>
          <p:cNvSpPr txBox="1"/>
          <p:nvPr/>
        </p:nvSpPr>
        <p:spPr>
          <a:xfrm>
            <a:off x="2438400" y="4187816"/>
            <a:ext cx="9525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ЦЕЛЬ: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AB7CE-5127-4D4B-9186-DAFA3A0A481A}"/>
              </a:ext>
            </a:extLst>
          </p:cNvPr>
          <p:cNvSpPr txBox="1"/>
          <p:nvPr/>
        </p:nvSpPr>
        <p:spPr>
          <a:xfrm>
            <a:off x="2438400" y="5632638"/>
            <a:ext cx="12711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ЗАДАЧИ: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3128" y="5421462"/>
            <a:ext cx="4140200" cy="41402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013" y="0"/>
            <a:ext cx="1019796" cy="10287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10439400" y="799649"/>
            <a:ext cx="784860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7"/>
              </a:lnSpc>
              <a:spcBef>
                <a:spcPct val="0"/>
              </a:spcBef>
            </a:pPr>
            <a:r>
              <a:rPr lang="ru-RU" sz="2000" spc="674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ИНФРАСТРУКТУРА МИКРОСЕРВИСНОГО ПРИЛОЖЕНИЯ ДЛЯ АГРЕГАТОРА ТАКСИ</a:t>
            </a:r>
            <a:endParaRPr lang="en-US" sz="2000" spc="674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85FACB-5C0B-43B8-9B4B-8A47EDACE6D1}"/>
              </a:ext>
            </a:extLst>
          </p:cNvPr>
          <p:cNvSpPr txBox="1"/>
          <p:nvPr/>
        </p:nvSpPr>
        <p:spPr>
          <a:xfrm>
            <a:off x="457200" y="854214"/>
            <a:ext cx="8754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АРХИТЕКТУРА ИНФРАСТРУКТУРЫ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634102" y="633727"/>
            <a:ext cx="1019796" cy="18288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2171700"/>
            <a:ext cx="14690793" cy="662263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274063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609600" y="9173914"/>
            <a:ext cx="906780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7"/>
              </a:lnSpc>
              <a:spcBef>
                <a:spcPct val="0"/>
              </a:spcBef>
            </a:pPr>
            <a:r>
              <a:rPr lang="ru-RU" sz="2400" spc="674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ИНФРАСТРУКТУРА МИКРОСЕРВИСНОГО ПРИЛОЖЕНИЯ ДЛЯ АГРЕГАТОРА ТАКСИ</a:t>
            </a:r>
            <a:endParaRPr lang="en-US" sz="2400" spc="674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172D9-1321-4ADD-AEFC-5F9FA31857E1}"/>
              </a:ext>
            </a:extLst>
          </p:cNvPr>
          <p:cNvSpPr txBox="1"/>
          <p:nvPr/>
        </p:nvSpPr>
        <p:spPr>
          <a:xfrm>
            <a:off x="8463762" y="876300"/>
            <a:ext cx="8199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ИСПОЛЬЗУЕМЫЕ </a:t>
            </a:r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ТЕХНОЛОГИИ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86942" y="-19362"/>
            <a:ext cx="1019796" cy="1030636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82856"/>
            <a:ext cx="2220926" cy="3570243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242" y="2349270"/>
            <a:ext cx="2145498" cy="3184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402" y="2247974"/>
            <a:ext cx="2707015" cy="341938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0442" y="2451044"/>
            <a:ext cx="2036547" cy="3302056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82041" y="2433864"/>
            <a:ext cx="2859240" cy="3226628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0131" y="5887614"/>
            <a:ext cx="2438741" cy="291266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1796" y="5953250"/>
            <a:ext cx="2152950" cy="2857899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1286" y="5836228"/>
            <a:ext cx="2962688" cy="2934109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81964" y="5887612"/>
            <a:ext cx="2762636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3016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82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CEF63E-588D-4D69-AC06-AF1F4A58C0C4}"/>
              </a:ext>
            </a:extLst>
          </p:cNvPr>
          <p:cNvSpPr txBox="1"/>
          <p:nvPr/>
        </p:nvSpPr>
        <p:spPr>
          <a:xfrm>
            <a:off x="773140" y="1790700"/>
            <a:ext cx="117532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РАБОТЫ ИНФРАСТРУКТУРЫ</a:t>
            </a:r>
            <a:endParaRPr lang="ru-RU" sz="4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F7502493-2D74-4BA1-A83B-35DEAA6F1108}"/>
              </a:ext>
            </a:extLst>
          </p:cNvPr>
          <p:cNvSpPr txBox="1"/>
          <p:nvPr/>
        </p:nvSpPr>
        <p:spPr>
          <a:xfrm>
            <a:off x="773140" y="8513858"/>
            <a:ext cx="7989859" cy="7990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7"/>
              </a:lnSpc>
              <a:spcBef>
                <a:spcPct val="0"/>
              </a:spcBef>
            </a:pPr>
            <a:r>
              <a:rPr lang="ru-RU" sz="2000" spc="674" dirty="0">
                <a:solidFill>
                  <a:schemeClr val="bg1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ИНФРАСТРУКТУРА МИКРОСЕРВИСНОГО ПРИЛОЖЕНИЯ ДЛЯ АГРЕГАТОРА ТАКСИ</a:t>
            </a:r>
            <a:endParaRPr lang="en-US" sz="2000" spc="674" dirty="0">
              <a:solidFill>
                <a:schemeClr val="bg1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634102" y="-8634102"/>
            <a:ext cx="1019796" cy="18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98252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914400" y="8953500"/>
            <a:ext cx="853440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7"/>
              </a:lnSpc>
              <a:spcBef>
                <a:spcPct val="0"/>
              </a:spcBef>
            </a:pPr>
            <a:r>
              <a:rPr lang="ru-RU" sz="2000" spc="674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ИНФРАСТРУКТУРА МИКРОСЕРВИСНОГО ПРИЛОЖЕНИЯ ДЛЯ АГРЕГАТОРА ТАКСИ</a:t>
            </a:r>
            <a:endParaRPr lang="en-US" sz="2000" spc="674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172D9-1321-4ADD-AEFC-5F9FA31857E1}"/>
              </a:ext>
            </a:extLst>
          </p:cNvPr>
          <p:cNvSpPr txBox="1"/>
          <p:nvPr/>
        </p:nvSpPr>
        <p:spPr>
          <a:xfrm>
            <a:off x="1319880" y="1957835"/>
            <a:ext cx="34532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РЕЗУЛЬТАТЫ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A48053-FFBA-43B7-AE1E-2E92850B1AA1}"/>
              </a:ext>
            </a:extLst>
          </p:cNvPr>
          <p:cNvSpPr txBox="1"/>
          <p:nvPr/>
        </p:nvSpPr>
        <p:spPr>
          <a:xfrm>
            <a:off x="6475406" y="6254903"/>
            <a:ext cx="777399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использование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оркестраторов: Kubernetes, Docker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Swarm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Yandex Cloud или AWS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внедрение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Debezium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Kafka Connect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конфигурация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RabbitMQ.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FA459A-BDBE-424B-B675-EFD2403DBBC5}"/>
              </a:ext>
            </a:extLst>
          </p:cNvPr>
          <p:cNvSpPr txBox="1"/>
          <p:nvPr/>
        </p:nvSpPr>
        <p:spPr>
          <a:xfrm>
            <a:off x="6476202" y="2798949"/>
            <a:ext cx="731599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UI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для мониторинга логирования и трассировки; </a:t>
            </a:r>
            <a:endParaRPr lang="ru-RU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UI для мониторинга компонентов: Kafka, Keycloak; </a:t>
            </a:r>
            <a:endParaRPr lang="ru-RU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SSO для аутентификации и авторизации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Базовые микросервисы</a:t>
            </a:r>
            <a:r>
              <a:rPr lang="ru-R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Хранилища данных: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PostgreSQL, Redis.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8E055-744A-488D-A4A6-E3C4E204FECD}"/>
              </a:ext>
            </a:extLst>
          </p:cNvPr>
          <p:cNvSpPr txBox="1"/>
          <p:nvPr/>
        </p:nvSpPr>
        <p:spPr>
          <a:xfrm>
            <a:off x="6476203" y="5727268"/>
            <a:ext cx="3962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/>
            <a:r>
              <a:rPr lang="ru-RU" sz="2000" b="1" u="sng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Дальнейшие улучшения:</a:t>
            </a:r>
            <a:endParaRPr lang="ru-RU" sz="20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AC5636-56A1-4DC8-8862-754194C6ED22}"/>
              </a:ext>
            </a:extLst>
          </p:cNvPr>
          <p:cNvSpPr txBox="1"/>
          <p:nvPr/>
        </p:nvSpPr>
        <p:spPr>
          <a:xfrm>
            <a:off x="6477000" y="2304990"/>
            <a:ext cx="3962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algn="l" rtl="0"/>
            <a:r>
              <a:rPr lang="ru-RU" sz="2000" b="1" u="sng" dirty="0" smtClean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Реализовано:</a:t>
            </a:r>
            <a:endParaRPr lang="ru-RU" sz="20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634102" y="-8634102"/>
            <a:ext cx="1019796" cy="18288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425326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75302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6">
            <a:extLst>
              <a:ext uri="{FF2B5EF4-FFF2-40B4-BE49-F238E27FC236}">
                <a16:creationId xmlns:a16="http://schemas.microsoft.com/office/drawing/2014/main" id="{8D1477C3-8CBA-4BEA-B38D-683743074F57}"/>
              </a:ext>
            </a:extLst>
          </p:cNvPr>
          <p:cNvSpPr txBox="1"/>
          <p:nvPr/>
        </p:nvSpPr>
        <p:spPr>
          <a:xfrm>
            <a:off x="838200" y="8877300"/>
            <a:ext cx="777240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7"/>
              </a:lnSpc>
              <a:spcBef>
                <a:spcPct val="0"/>
              </a:spcBef>
            </a:pPr>
            <a:r>
              <a:rPr lang="ru-RU" sz="2000" spc="674" dirty="0">
                <a:solidFill>
                  <a:srgbClr val="000000"/>
                </a:solidFill>
                <a:latin typeface="Arial" panose="020B0604020202020204" pitchFamily="34" charset="0"/>
                <a:ea typeface="Open Sans"/>
                <a:cs typeface="Arial" panose="020B0604020202020204" pitchFamily="34" charset="0"/>
                <a:sym typeface="Open Sans"/>
              </a:rPr>
              <a:t>ИНФРАСТРУКТУРА МИКРОСЕРВИСНОГО ПРИЛОЖЕНИЯ ДЛЯ АГРЕГАТОРА ТАКСИ</a:t>
            </a:r>
            <a:endParaRPr lang="en-US" sz="2000" spc="674" dirty="0">
              <a:solidFill>
                <a:srgbClr val="000000"/>
              </a:solidFill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8634102" y="-8634102"/>
            <a:ext cx="1019796" cy="18288000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7732430" y="4664839"/>
            <a:ext cx="272279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СПАСИБО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7603678" y="5372100"/>
            <a:ext cx="2980303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000" dirty="0" smtClean="0">
                <a:latin typeface="Arial" panose="020B0604020202020204" pitchFamily="34" charset="0"/>
                <a:cs typeface="Arial" panose="020B0604020202020204" pitchFamily="34" charset="0"/>
              </a:rPr>
              <a:t>ЗА ВНИМАНИЕ</a:t>
            </a:r>
            <a:endParaRPr lang="ru-RU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3014</TotalTime>
  <Words>221</Words>
  <Application>Microsoft Office PowerPoint</Application>
  <PresentationFormat>Произвольный</PresentationFormat>
  <Paragraphs>43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Open Sans</vt:lpstr>
      <vt:lpstr>Arial</vt:lpstr>
      <vt:lpstr>Calibri</vt:lpstr>
      <vt:lpstr>League Spartan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Animation Based On Neural Networks</dc:title>
  <dc:creator>Зинович Иван Вячеславович</dc:creator>
  <cp:lastModifiedBy>Зинович Иван Вячеславович</cp:lastModifiedBy>
  <cp:revision>74</cp:revision>
  <dcterms:created xsi:type="dcterms:W3CDTF">2006-08-16T00:00:00Z</dcterms:created>
  <dcterms:modified xsi:type="dcterms:W3CDTF">2026-04-19T13:22:23Z</dcterms:modified>
  <dc:identifier>DAGlKXBekrg</dc:identifier>
</cp:coreProperties>
</file>